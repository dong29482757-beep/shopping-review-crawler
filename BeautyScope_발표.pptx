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ML
(TF-IDF+LogReg)</c:v>
                </c:pt>
                <c:pt idx="1">
                  <c:v>DL
(numpy FFNN)</c:v>
                </c:pt>
                <c:pt idx="2">
                  <c:v>LSTM
(PyTorch)</c:v>
                </c:pt>
                <c:pt idx="3">
                  <c:v>KoELECTRA
(파인튜닝)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0.73</c:v>
                </c:pt>
                <c:pt idx="1">
                  <c:v>0.754</c:v>
                </c:pt>
                <c:pt idx="2">
                  <c:v>0.734</c:v>
                </c:pt>
                <c:pt idx="3">
                  <c:v>0.772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F96167"/>
            </a:solidFill>
          </c:spPr>
          <c:cat>
            <c:strRef>
              <c:f>Sheet1!$A$2:$A$5</c:f>
              <c:strCache>
                <c:ptCount val="4"/>
                <c:pt idx="0">
                  <c:v>ML
(TF-IDF+LogReg)</c:v>
                </c:pt>
                <c:pt idx="1">
                  <c:v>DL
(numpy FFNN)</c:v>
                </c:pt>
                <c:pt idx="2">
                  <c:v>LSTM
(PyTorch)</c:v>
                </c:pt>
                <c:pt idx="3">
                  <c:v>KoELECTRA
(파인튜닝)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0.668</c:v>
                </c:pt>
                <c:pt idx="1">
                  <c:v>0.664</c:v>
                </c:pt>
                <c:pt idx="2">
                  <c:v>0.671</c:v>
                </c:pt>
                <c:pt idx="3">
                  <c:v>0.66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BeautyScope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546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화장품 리뷰 538,774건으로 만든 감성 분석 + 속성기반 리포트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CADCFC"/>
                </a:solidFill>
                <a:latin typeface="Calibri"/>
              </a:rPr>
              <a:t>쿠팡 → 무신사·올리브영 추가 수집 → ML/DL 감성분류 → 속성분석(ABSA) → Streamlit 배포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93776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데이터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93776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모델 학습 (ML+DL)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493776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속성분석(ABSA)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93776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배포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문제정의 &amp; 데이터 수집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리뷰가 상품당 수백~수천 건 — 사람이 다 읽고 판단하기 어렵다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별점만 봐서는 "왜" 좋고 나쁜지, 속성별로(보습/향/트러블) 어떤지 알 수 없다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→ ML/DL로 감성 분류 + 속성기반 감성분석(ABSA)으로 해결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520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1차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쿠팡 크롤링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(20개 키워드)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292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86,379건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8807" y="4389120"/>
            <a:ext cx="146304" cy="32004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2918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520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2차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9319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+ 무신사·올리브영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(동료 크롤링 데이터 추가)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0292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452,395건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82127" y="4389120"/>
            <a:ext cx="146304" cy="32004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19" y="32918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3520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최종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9319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스키마/라벨 통일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+ 중복 제거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50292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538,774건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준비 — 가장 까다로웠던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7556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라벨 기준 불일치 (핵심)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691639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무신사 sentiment가 별점 아닌 텍스트분석 기반 → 5점 리뷰의 21%가 '부정'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691639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전체 데이터의 sentiment를 별점에서 일괄 재계산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546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3558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클래스 불균형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3291840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긍정 86.7% — 그대로 학습하면 다 긍정 찍어도 86%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3291840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부정/중립 전량 + 긍정은 2배 규모로만 다운샘플링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9560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불용어/형태소 미처리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892040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정규식으로만 잘라서 조사가 토큰에 섞임 ("좋아요"≠"좋아서")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4892040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Okt 형태소분석 + 어간정규화 + 불용어 제거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Georgia"/>
              </a:rPr>
              <a:t>AI 활용 &amp; 모델 — ML/DL/LSTM/Transformer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Claude Code와 페어 프로그래밍 — crosstab으로 라벨 불일치를 수치로 진단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환경 제약(Python 3.14, PyTorch 미설치) → numpy로 신경망 직접 구현,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이후 Python 3.11 별도 venv 구성해서 실제 LSTM·Transformer까지 검증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3017520"/>
          <a:ext cx="694944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310896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566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KoELECTRA가 데이터 1/7만 쓰고도
최고 accuracy → 사전학습 효과 확인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LSTM은 순서 정보 기대했으나 차이 없음
→ 짧은 리뷰는 어휘 자체가 강한 신호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Georgia"/>
              </a:rPr>
              <a:t>모델 보정 &amp; "실용성 없다" 피드백 반영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303520" cy="4846320"/>
          </a:xfrm>
          <a:prstGeom prst="roundRect">
            <a:avLst>
              <a:gd name="adj" fmla="val 5000"/>
            </a:avLst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모델 문제 발견 → 보정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663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학습셋과 실제 운영 비율이 달라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neutral precision이 0.20까지 하락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(label shift)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→ 추론 단계에서 확률 보정 추가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(재학습 없이)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ML accuracy: 0.806 → 0.909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DL accuracy: 0.890 → 0.920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4846320"/>
          </a:xfrm>
          <a:prstGeom prst="roundRect">
            <a:avLst>
              <a:gd name="adj" fmla="val 5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서비스 전환: 텍스트 데모 → 상품 리포트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7548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기존: 리뷰를 직접 타이핑해야 하는 데모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→ 실용성 없다는 피드백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전환: 상품 검색 → 속성별(8개) 장단점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예시 — 어떤 토너 평점 4.9/5인데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트러블/자극 속성만 보면 부정 67%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→ 평점만 봐서는 알 수 없는 정보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서비스 구성 &amp; 마무리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64208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🛍️ 상품 리포트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alibri"/>
              </a:rPr>
              <a:t>상품 검색 → 속성별 긍정비율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alibri"/>
              </a:rPr>
              <a:t>+ 대표 긍정/부정 리뷰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64208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🔍 리뷰 텍스트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4884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alibri"/>
              </a:rPr>
              <a:t>텍스트 입력 → ML/DL 동시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alibri"/>
              </a:rPr>
              <a:t>예측 + 확률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46304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664208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📊 데이터 대시보드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4884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alibri"/>
              </a:rPr>
              <a:t>플랫폼/별점/트렌드/카테고리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alibri"/>
              </a:rPr>
              <a:t>분포, 형태소 기반 키워드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538,774건 데이터를 통일된 기준으로 통합 (가장 큰 난관: 라벨 기준 불일치)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환경 제약을 numpy 구현 → 별도 venv 구성으로 단계적으로 해결, 4개 모델 비교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실제 분포 재평가로 숨은 문제(label shift)를 찾아 보정, ABSA로 서비스를 실용적으로 전환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requirements.txt·사전 집계 데이터 포함으로 재학습 없이 바로 배포 가능하게 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